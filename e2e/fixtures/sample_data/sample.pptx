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People at Acme Corp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Alice — Engineering Manager</a:t>
            </a:r>
          </a:p>
          <a:p>
            <a:r>
              <a:t>Bob — Senior Designer</a:t>
            </a:r>
          </a:p>
          <a:p/>
          <a:p>
            <a:r>
              <a:t>Alice and Bob are coworkers at Acme Corp. Alice manages the engineering team. Bob is a senior designer reporting to Alice.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